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2A5C5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C2845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2A5C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21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AURASKIN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Sense — A RAG-Based Skincare Consultation Assistant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Izza Noor  •  BSCS, PMAS Arid Agriculture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8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Problem in Skincare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advice online is generic, scattered, and hard to trust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BFAF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68880"/>
            <a:ext cx="640080" cy="640080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Overwhelming choice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products and ingredients, with no way to tell what fits a specific skin concern.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BFAF8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2468880"/>
            <a:ext cx="640080" cy="640080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answers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chatbots give one-size-fits-all tips instead of reasoning from an actual skin profile.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BFA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549640" y="2468880"/>
            <a:ext cx="640080" cy="640080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850392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evidence trail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503920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rarely say why — no link back to ingredient science or dermatological guidance.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AuraSkin AI  •  Skin Sense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D28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8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PROPOSED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AuraSkin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consultation engine that asks, retrieves, and grounds its answers before it recommends anything.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0" y="685800"/>
            <a:ext cx="548640" cy="548640"/>
          </a:xfrm>
          <a:prstGeom prst="ellipse">
            <a:avLst/>
          </a:prstGeom>
          <a:solidFill>
            <a:srgbClr val="EFE3D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685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C28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598932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9320" y="97840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skin type, concerns, and sensitivities through guided questions.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2103120"/>
            <a:ext cx="548640" cy="548640"/>
          </a:xfrm>
          <a:prstGeom prst="ellipse">
            <a:avLst/>
          </a:prstGeom>
          <a:solidFill>
            <a:srgbClr val="EFE3D6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C28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59893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239572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matching ingredient science and product data from a knowledge base.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3520440"/>
            <a:ext cx="548640" cy="548640"/>
          </a:xfrm>
          <a:prstGeom prst="ellipse">
            <a:avLst/>
          </a:prstGeom>
          <a:solidFill>
            <a:srgbClr val="EFE3D6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C28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59893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381304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response with Gemini, grounded in what was retrieved.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4937760"/>
            <a:ext cx="548640" cy="548640"/>
          </a:xfrm>
          <a:prstGeom prst="ellipse">
            <a:avLst/>
          </a:prstGeom>
          <a:solidFill>
            <a:srgbClr val="EFE3D6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C28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60" dirty="0"/>
          </a:p>
        </p:txBody>
      </p:sp>
      <p:sp>
        <p:nvSpPr>
          <p:cNvPr id="20" name="Text 18"/>
          <p:cNvSpPr/>
          <p:nvPr/>
        </p:nvSpPr>
        <p:spPr>
          <a:xfrm>
            <a:off x="598932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89320" y="523036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routines and products — with sources and safety guardrails.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AuraSkin AI  •  Skin Sense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8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TECHNOLOGIES &amp; AI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Core RAG Concepts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internship concepts to real implementation choices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0D282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58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LLM Concepts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LLMs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generates the final response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4838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(core architecture)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7581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step grounds generation in real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087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Semantic Search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361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 similarity for lightweight retrieval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6908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965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enforce grounded, non-diagnostic tone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52943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55686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profile &amp; questionnaire responses as structured JSON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96596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FBFA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258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4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Stack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 — backend REST API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447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scikit-learn — TF-IDF retrieval engine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40142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3.12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45811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18 + Vite — frontend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51480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Tailwind CSS — styling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AuraSkin AI  •  Skin Sense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8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Consultation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consultation, discovery, and quality control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A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50008"/>
            <a:ext cx="438912" cy="438912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322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Consultation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9443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consultation with grounded, cited replies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AF8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350008"/>
            <a:ext cx="438912" cy="438912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322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Questionnaire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9443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follow-up questions to refine the skin profile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21488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A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350008"/>
            <a:ext cx="438912" cy="438912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06840" y="2322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 Profile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29443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summary of concerns, sensitivities, and routine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A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297680"/>
            <a:ext cx="438912" cy="438912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270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 Browser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892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catalog of ingredients and what they 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409651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A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4297680"/>
            <a:ext cx="438912" cy="438912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4270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KB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4892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and update the underlying knowledge base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409651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AF8"/>
          </a:solidFill>
          <a:ln/>
        </p:spPr>
      </p:sp>
      <p:sp>
        <p:nvSpPr>
          <p:cNvPr id="31" name="Shape 29"/>
          <p:cNvSpPr/>
          <p:nvPr/>
        </p:nvSpPr>
        <p:spPr>
          <a:xfrm>
            <a:off x="8458200" y="4297680"/>
            <a:ext cx="438912" cy="438912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06840" y="4270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Eval Suite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58200" y="4892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queries to check retrieval and response quality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AuraSkin AI  •  Skin Sense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8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IMPROVEMENTS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 Basic Chatbot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AuraSkin AI adds compared to a generic Q&amp;A bot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3736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Chatbot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84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AuraSkin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FA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the user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23560" y="2103120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8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2103120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skin profile that carries context across the whole conversation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89504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89504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no evidence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23560" y="2889504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8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2889504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grounded in retrieved knowledge, with sources shown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67588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FAF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75888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replies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23560" y="3675888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8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3675888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questionnaire tailors follow-up questions to the specific concern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62272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462272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boundaries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23560" y="4462272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8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4462272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non-diagnostic guardrails keep replies in the advisory lane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248656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FAF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248656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check quality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23560" y="5248656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8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5248656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RAG evaluation suite benchmarks retrieval accuracy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AuraSkin AI  •  Skin Sense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8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2A5C5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2A5C5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describes a skin concern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"oily skin with frequent breakouts"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2A5C5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asks adaptive follow-ups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291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narrows down skin type, sensitivity, current routine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2A5C5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pulls matching knowledge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science + product catalog entries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2A5C5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029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recommendation is shown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5394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suggestion with visible sources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AuraSkin AI  •  Skin Sense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8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FUTURE IMPROVEMENTS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upgrades beyond the current prototype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BFA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vector database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TF-IDF to embeddings + a vector DB (e.g. FAISS) for deeper semantic search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1488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BFAF8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2423160"/>
            <a:ext cx="502920" cy="502920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4048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 knowledge 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30632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ingredient and product data with dermatologist-reviewed sources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BFA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5994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2578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frontend on Netlify and backend on Render for public access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3434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BFA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617720"/>
            <a:ext cx="502920" cy="502920"/>
          </a:xfrm>
          <a:prstGeom prst="ellipse">
            <a:avLst/>
          </a:prstGeom>
          <a:solidFill>
            <a:srgbClr val="163E36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45994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support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52578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consultation flow beyond English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AuraSkin AI  •  Skin Sense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8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A5C5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C2845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280160"/>
            <a:ext cx="822960" cy="822960"/>
          </a:xfrm>
          <a:prstGeom prst="ellipse">
            <a:avLst/>
          </a:prstGeom>
          <a:solidFill>
            <a:srgbClr val="2A5C52"/>
          </a:solidFill>
          <a:ln/>
        </p:spPr>
      </p:sp>
      <p:sp>
        <p:nvSpPr>
          <p:cNvPr id="5" name="Text 3"/>
          <p:cNvSpPr/>
          <p:nvPr/>
        </p:nvSpPr>
        <p:spPr>
          <a:xfrm>
            <a:off x="5394960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D99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340" dirty="0"/>
          </a:p>
        </p:txBody>
      </p:sp>
      <p:sp>
        <p:nvSpPr>
          <p:cNvPr id="6" name="Text 4"/>
          <p:cNvSpPr/>
          <p:nvPr/>
        </p:nvSpPr>
        <p:spPr>
          <a:xfrm>
            <a:off x="0" y="24688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AuraSkin AI — evidence-grounded skincare guidance, built end to 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Izza Noor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noorlizzard@gmail.com   •   linkedin.com/in/izza-noor-199459370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28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github.com/noorlizzard-source/skincare-rag-assistant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2026-08-17T20:15:19Z</dcterms:created>
  <dcterms:modified xsi:type="dcterms:W3CDTF">2026-08-17T20:15:19Z</dcterms:modified>
</cp:coreProperties>
</file>